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8" r:id="rId6"/>
    <p:sldId id="269" r:id="rId7"/>
    <p:sldId id="261" r:id="rId8"/>
    <p:sldId id="263" r:id="rId9"/>
    <p:sldId id="268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314458-0350-4C8C-8EE0-AFFA38D7B1CA}" v="23" dt="2026-06-03T16:14:40.0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72"/>
  </p:normalViewPr>
  <p:slideViewPr>
    <p:cSldViewPr>
      <p:cViewPr>
        <p:scale>
          <a:sx n="65" d="100"/>
          <a:sy n="65" d="100"/>
        </p:scale>
        <p:origin x="63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8029" y="461899"/>
            <a:ext cx="715594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6337300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1643510"/>
            <a:ext cx="8839200" cy="16754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vs Cloud Computing</a:t>
            </a:r>
            <a:endParaRPr lang="en-IN" sz="5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603" y="2819400"/>
            <a:ext cx="9372600" cy="3559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endParaRPr lang="en-US" sz="2200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-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50000"/>
              </a:lnSpc>
            </a:pPr>
            <a:r>
              <a:rPr lang="en-US" sz="2200" spc="-1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CH.SRI LAKSHMI ( 192311342 )</a:t>
            </a:r>
          </a:p>
          <a:p>
            <a:pPr marL="12700" marR="5080" algn="ctr">
              <a:lnSpc>
                <a:spcPct val="150000"/>
              </a:lnSpc>
            </a:pPr>
            <a:r>
              <a:rPr lang="pt-BR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CSA1511</a:t>
            </a: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:CLOUD COMPUTING AND BIG DATA ANALYTICS </a:t>
            </a:r>
          </a:p>
          <a:p>
            <a:pPr marL="12700" marR="5080" algn="ctr">
              <a:lnSpc>
                <a:spcPct val="150000"/>
              </a:lnSpc>
            </a:pPr>
            <a:r>
              <a:rPr sz="2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r>
              <a:rPr sz="2200" spc="-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sz="2200" spc="-1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200" spc="-1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sz="2200" spc="-1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200" spc="-1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  <a:p>
            <a:pPr marL="12700" marR="5080" algn="ctr">
              <a:lnSpc>
                <a:spcPct val="150000"/>
              </a:lnSpc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</a:rPr>
              <a:t>Technical Presentation</a:t>
            </a:r>
            <a:endParaRPr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465365"/>
            <a:ext cx="112776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5921" y="1707399"/>
            <a:ext cx="4320158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2410263"/>
            <a:ext cx="12115800" cy="3749552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Edge Computing?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processes data near the source where it is generated.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latency and bandwidth usage.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applications.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What is Cloud Computing?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processes and stores data in centralized remote data centers.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scalable computing resources over the internet.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large-scale data storage and analytics.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465365"/>
            <a:ext cx="112776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52400" y="465365"/>
            <a:ext cx="11658600" cy="906235"/>
          </a:xfrm>
          <a:prstGeom prst="rect">
            <a:avLst/>
          </a:prstGeom>
        </p:spPr>
      </p:pic>
      <p:pic>
        <p:nvPicPr>
          <p:cNvPr id="2" name="Picture 1" descr="Edge Computing vs Cloud Computing: Differences and Relationship | Digi  International">
            <a:extLst>
              <a:ext uri="{FF2B5EF4-FFF2-40B4-BE49-F238E27FC236}">
                <a16:creationId xmlns:a16="http://schemas.microsoft.com/office/drawing/2014/main" id="{148EFEEC-7802-1D88-6857-4B3E49F17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44435"/>
            <a:ext cx="11353799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1600200"/>
            <a:ext cx="71559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DB8366-9679-8893-69F4-C736F9C3BF6E}"/>
              </a:ext>
            </a:extLst>
          </p:cNvPr>
          <p:cNvSpPr txBox="1"/>
          <p:nvPr/>
        </p:nvSpPr>
        <p:spPr>
          <a:xfrm>
            <a:off x="685800" y="2362200"/>
            <a:ext cx="11277600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processed locally on edge devices or nearby edge servers.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important data is sent to the cloud.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faster response time.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transmitted to centralized cloud servers.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performs processing, storage, AI, and analytics.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virtually unlimited computing resources.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465365"/>
            <a:ext cx="115062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7F154C4-FE66-2842-BDC0-2431186F2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AEE13A8-000C-1EA1-3C29-092D59B8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1600200"/>
            <a:ext cx="71559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BENIFITS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ED470-09F4-F22A-84E3-FD70A503A5EE}"/>
              </a:ext>
            </a:extLst>
          </p:cNvPr>
          <p:cNvSpPr txBox="1"/>
          <p:nvPr/>
        </p:nvSpPr>
        <p:spPr>
          <a:xfrm>
            <a:off x="914400" y="2438400"/>
            <a:ext cx="11125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Ultra-low latency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decision making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bandwidth usage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privacy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during limited internet connectivity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scalability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Cost-efficient infrastructure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Powerful computing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accessibility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backup and disaster recovery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609105-2AE1-AD92-369B-F059420D7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465365"/>
            <a:ext cx="11506200" cy="90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68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11FCB8-5CA7-6998-9BB4-07955159131C}"/>
              </a:ext>
            </a:extLst>
          </p:cNvPr>
          <p:cNvSpPr txBox="1"/>
          <p:nvPr/>
        </p:nvSpPr>
        <p:spPr>
          <a:xfrm>
            <a:off x="228600" y="1998764"/>
            <a:ext cx="11734800" cy="5034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– Cloud Computing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streams millions of movies and TV shows worldwide.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cloud infrastructure to scale based on user demand.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(Tesla, Waymo) – Edge Computing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cars process sensor and camera data locally.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 like braking, steering, and obstacle detection require milliseconds.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Manufacturing (Siemens, Bosch) – Edge + Cloud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Factory machines monitor temperature, pressure, and vibration.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devices detect equipment failures instantly.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stores production data for long-term analysis.</a:t>
            </a:r>
          </a:p>
          <a:p>
            <a:pPr>
              <a:lnSpc>
                <a:spcPct val="150000"/>
              </a:lnSpc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B306B0-0FB6-27DF-BCCC-E6EAFCE60A68}"/>
              </a:ext>
            </a:extLst>
          </p:cNvPr>
          <p:cNvSpPr txBox="1"/>
          <p:nvPr/>
        </p:nvSpPr>
        <p:spPr>
          <a:xfrm>
            <a:off x="1752600" y="1310543"/>
            <a:ext cx="93594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267016"/>
            <a:ext cx="10972800" cy="90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21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8029" y="1590439"/>
            <a:ext cx="71559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355" algn="ctr">
              <a:lnSpc>
                <a:spcPct val="100000"/>
              </a:lnSpc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8CB03-6D68-0670-846F-373F2D85BE54}"/>
              </a:ext>
            </a:extLst>
          </p:cNvPr>
          <p:cNvSpPr txBox="1"/>
          <p:nvPr/>
        </p:nvSpPr>
        <p:spPr>
          <a:xfrm>
            <a:off x="533400" y="2514600"/>
            <a:ext cx="10134600" cy="3614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traffic congestion</a:t>
            </a:r>
          </a:p>
          <a:p>
            <a:pPr marL="342900" indent="-342900" algn="just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emergency response</a:t>
            </a:r>
          </a:p>
          <a:p>
            <a:pPr marL="342900" indent="-342900" algn="just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fuel efficiency</a:t>
            </a:r>
          </a:p>
          <a:p>
            <a:pPr marL="342900" indent="-342900" algn="just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road safety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09600" y="465365"/>
            <a:ext cx="105918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8029" y="1524000"/>
            <a:ext cx="7155941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61110">
              <a:lnSpc>
                <a:spcPct val="100000"/>
              </a:lnSpc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2B952E-61F0-2F75-2089-7208FF7CC08C}"/>
              </a:ext>
            </a:extLst>
          </p:cNvPr>
          <p:cNvSpPr txBox="1"/>
          <p:nvPr/>
        </p:nvSpPr>
        <p:spPr>
          <a:xfrm>
            <a:off x="419099" y="2450531"/>
            <a:ext cx="11544301" cy="3037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provides fast local processing with minimal latency.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offers powerful centralized storage and computing.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modern systems combine Edge and Cloud for better performance.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right computing paradigm depends on application requirements.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465365"/>
            <a:ext cx="114300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5976" y="2667000"/>
            <a:ext cx="6235224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8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You!</a:t>
            </a:r>
            <a:r>
              <a:rPr lang="en-US" sz="8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!!</a:t>
            </a:r>
            <a:endParaRPr sz="8000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33DE70C5-CE14-BE97-84AD-341EBE21BA8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8ED391EF-C997-121C-60E1-8D9C01EDEBA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892</TotalTime>
  <Words>339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Edge Computing vs Cloud Computing</vt:lpstr>
      <vt:lpstr>Introduction</vt:lpstr>
      <vt:lpstr>PowerPoint Presentation</vt:lpstr>
      <vt:lpstr>Core Technical Explanation</vt:lpstr>
      <vt:lpstr>BENIFITS</vt:lpstr>
      <vt:lpstr>PowerPoint Presentation</vt:lpstr>
      <vt:lpstr>Advantages</vt:lpstr>
      <vt:lpstr> Conclusion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PREETE V</cp:lastModifiedBy>
  <cp:revision>18</cp:revision>
  <dcterms:created xsi:type="dcterms:W3CDTF">2025-02-28T15:07:37Z</dcterms:created>
  <dcterms:modified xsi:type="dcterms:W3CDTF">2026-07-22T03:25:20Z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2019</vt:lpwstr>
  </property>
</Properties>
</file>